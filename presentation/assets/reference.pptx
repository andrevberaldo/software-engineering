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 b="1">
                <a:solidFill>
                  <a:srgbClr val="FFFFFF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>
              <a:defRPr sz="2000" b="0">
                <a:solidFill>
                  <a:srgbClr val="CADCFC"/>
                </a:solidFill>
                <a:latin typeface="Calibri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 b="0">
                <a:solidFill>
                  <a:srgbClr val="CADCFC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 b="0">
                <a:solidFill>
                  <a:srgbClr val="CADCFC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0">
                <a:solidFill>
                  <a:srgbClr val="CADCFC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>
              <a:defRPr sz="3800" b="1">
                <a:solidFill>
                  <a:srgbClr val="FFFFFF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>
              <a:defRPr sz="1800" b="0">
                <a:solidFill>
                  <a:srgbClr val="CADCFC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 b="0">
                <a:solidFill>
                  <a:srgbClr val="CADCFC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 b="0">
                <a:solidFill>
                  <a:srgbClr val="CADCFC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0">
                <a:solidFill>
                  <a:srgbClr val="CADCFC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>
              <a:defRPr sz="3200" b="1">
                <a:solidFill>
                  <a:srgbClr val="1E2761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0">
                <a:solidFill>
                  <a:srgbClr val="2B2B33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2B2B33"/>
      </a:dk1>
      <a:lt1>
        <a:srgbClr val="FFFFFF"/>
      </a:lt1>
      <a:dk2>
        <a:srgbClr val="1E2761"/>
      </a:dk2>
      <a:lt2>
        <a:srgbClr val="CADCFC"/>
      </a:lt2>
      <a:accent1>
        <a:srgbClr val="1E2761"/>
      </a:accent1>
      <a:accent2>
        <a:srgbClr val="CADCFC"/>
      </a:accent2>
      <a:accent3>
        <a:srgbClr val="E8A33D"/>
      </a:accent3>
      <a:accent4>
        <a:srgbClr val="3A4A9E"/>
      </a:accent4>
      <a:accent5>
        <a:srgbClr val="8FA9E8"/>
      </a:accent5>
      <a:accent6>
        <a:srgbClr val="6B7280"/>
      </a:accent6>
      <a:hlink>
        <a:srgbClr val="1E2761"/>
      </a:hlink>
      <a:folHlink>
        <a:srgbClr val="6B72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